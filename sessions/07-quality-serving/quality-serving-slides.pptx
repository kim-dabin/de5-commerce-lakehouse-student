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DE5 · 7차시 · 데이터 품질 &amp;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 품질과 StarRocks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88136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"이 데이터를 믿고 서빙해도 되는가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— 무엇을 근거로?"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88136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기준 테이블을 품질로 보증하고, 그 위에 serving/BI를 올린다.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흐름: 품질 게이트 → realtime OLAP &amp; batch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위치 sessions/05-project-mvp · Great Expectations 1.18 · 기준 테이블 7개 · realtime 16,693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왜 품질과 serving인가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핵심: 품질이 통과해야 serving 숫자를 신뢰할 수 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지난 차시에서 여기까지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5차시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mart를 만들었다 (Iceberg L1/L2)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6차시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일부러 깨뜨리고 복구했다 (운영)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7차시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그 mart를 믿을 수 있는지 증명하고 서빙한다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R5에서 봤듯 'DAG 초록 ≠ BI 정상'. 데이터 계층에서 막는 게이트가 필요.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assert → 선언형 스위트로 승격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5차시 DAG validate_bi_metrics()는 검증을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assert int(total)==16693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처럼 코드에 묻어 두었다 → 규칙이 안 보인다.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D17A"/>
                </a:solidFill>
                <a:latin typeface="Apple SD Gothic Neo"/>
                <a:ea typeface="Apple SD Gothic Neo"/>
                <a:cs typeface="Apple SD Gothic Neo"/>
              </a:rPr>
              <a:t>7차시: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같은 의도를 규칙 목록(=문서)으로 선언한다.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기준 상태 (Baseline)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수업 전 아래 상태를 맞추고 '지금 정상'을 증거로 확인한다. 이번 차시부터 jupyter 이미지에 GE 포함.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셋업 (sessions/05-project-mvp)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docker compose -f docker-compose.lite.yml \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   up -d --build   # jupyter에 GE 포함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./scripts/reset-olist-kafka-topics.sh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./scripts/reset-olist-paimon.sh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./scripts/run-flink-olist-paimon-streaming.sh 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./scripts/produce-olist-{ux,review,order}-*.sh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./scripts/start-airflow.sh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./scripts/trigger-airflow-pipeline.sh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정상 기준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Paimon        16,693 / 1,971 / 2,000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Iceberg mart  category_daily = 759 (7개)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 품질   OVERALL PASS (32+3)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StarRocks     total_events 16,693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             users 2,875 · revenue 265,036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UI: Airflow 8080 · BI 8501 · Jupyter 8888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 품질이 "왜" 문제인가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Part A · 데이터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품질은 부가 작업이 아니라 serving을 신뢰하기 위한 전제다.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실무 사례 N — 무음 드롭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에러 허용치를 너무 높이면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실패 대신 데이터가 조용히 사라진다.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잡이 실패하지 않음 ≠ 데이터가 옳다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검증이 없으면 오염/누락은 BI까지 흘러간다.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그래서 품질을 먼저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BI·serving은 '기준 테이블이 옳다'는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전제 위에 선다.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→ 서빙 전에 데이터 계층에서 검증한다.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'돌아갔다'가 아니라 '규칙을 통과했다'로 말한다.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품질 5차원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5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'정상'을 숫자가 아니라 차원별 규칙으로 선언한다.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무엇을 / 어떤 도구로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completeness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빠진 게 없는가 (row count · not-null)              → 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uniqueness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키가 중복되지 않는가 (event_id·review_id·order_id) → 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validity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값이 허용 범위/집합 안인가 (rating 1~5 · event_type 7종 · price≥0) → 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consistency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컬럼 간 관계 (퍼널 단조성 · 집계 합)               → Spark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freshness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최신 데이터인가 (max event_date)                   → Spark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completeness/uniqueness/validity는 GE로 선언, GE 기본에 없는 consistency/freshness는 Spark로 직접 계산.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Great Expectations 란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GE 1.18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검증이라도 '선언형'이면 규칙이 보이고 게이트가 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선언형 데이터 검증 도구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데이터에 대한 '기대(expectation)'를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선언적으로 검증하는 오픈소스.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expectation → suite(모음) → validate → result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규칙 목록 자체가 문서이고, 통과/실패가 규칙 단위로 남는다.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assert vs expectation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assert: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코드에 묻힘. 읽어야 규칙을 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5FD17A"/>
                </a:solidFill>
                <a:latin typeface="Apple SD Gothic Neo"/>
                <a:ea typeface="Apple SD Gothic Neo"/>
                <a:cs typeface="Apple SD Gothic Neo"/>
              </a:rPr>
              <a:t>expectation: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규칙=문서. 실패가 어느 규칙인지 보인다.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ExpectColumnValuesToBeBetween(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  column="rating", min_value=1, max_value=5)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GE 1.x 핵심 흐름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워크플로우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516636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Context → … → validate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Context  →  DataSource  →  DataAsset  →  BatchDefinition  →  Batch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(작업공간)   (어디서)        (무엇을)        (어떻게 자를지)        (실제 데이터)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ExpectationSuite (= Expectation 목록)  ──validate──▶  ValidationResult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노트북 §1에서 olist_category_daily 한 테이블로 이 흐름을 처음부터 작성해 본다.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데이터는 Spark DataFrame(iceberg_lake.analytics.*) → GE가 Spark로 메트릭 계산.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검증 대상 7개 기준 테이블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32 expectations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5413248" cy="512064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Iceberg analytics namespace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ux_events_clean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16,693  L1 정제 이벤트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review_current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1,971  L1 리뷰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order_current 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2,000  L1 주문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event_type_daily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  256  L2 집계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funnel_daily  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   52  L2 퍼널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category_daily  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  759  L2 집계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review_sentiment 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   120  L2 감성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417320"/>
            <a:ext cx="5413248" cy="512064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테이블별 규칙(예)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ux_clean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event_id not-null·unique, event_type∈7종, price≥0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review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review_id unique, rating 1~5, sentiment∈집합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order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order_id unique, order_status∈집합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집계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event_count≥1, event_date not-null, (key) unique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전체 품질 검증 실행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7 테이블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헤드리스 게이트로 7개 기준 테이블을 한 번에 검증한다.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실행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./scripts/run-data-quality-checks.sh 2&gt;/dev/null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echo "exit=$?"   # 통과 0 / 위반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대화형: notebooks/de5-data-quality.ipynb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결과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[PASS] ux_events_clean (6/6)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[PASS] review/order/event_type/funnel...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[PASS] category_daily · review_sentiment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+ custom 3   OVERALL: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11274552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통과/실패가 expectation 단위로 남는다.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종료코드 0/1 → Airflow task·CI 게이트로 연결.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F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consistency · freshness 는 왜 Spark로?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모든 품질 규칙이 GE expectation으로 떨어지지는 않는다.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GE 기본에 없는 차원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단일 컬럼 expectation으론 컬럼 간 관계·시간 비교를 표현하기 어렵다.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consistency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funnel_daily: purchase_sessions ≤ sessions  (퍼널 단조성, 실측 violations=0)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consistency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category_daily: event_count = 7개 세부 카운트 합  (violations=0)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freshness   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ux_events_clean: max(event_date) 존재 = 2018-02-02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→ 표준 3차원은 GE로 '선언', 관계/시간 규칙은 Spark로 '계산'. 둘을 합쳐 하나의 게이트로.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의도적 실패 데모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사례 N · 무음 드롭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정상 데이터를 메모리상 복사해 한 행만 오염시켜, 같은 스위트가 잡아내는지 본다. (실제 테이블 무손상)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오염 주입 (메모리 복사본)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good(759행) 복사 → 1행 오염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 category_code = NULL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 event_count   = 0  → union 760행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검출 — DQ가 잡아냄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overall success: False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row_count      FAIL  observed=760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not_null(cat)  FAIL  unexpected=1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between(count) FAIL  unexpected=1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11274552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False가 '정상'(잡았다는 뜻).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unexpected_count = 규칙을 어긴 행 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검증의 가치는 '통과'가 아니라 '잡아낼 때' 드러난다.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품질 게이트를 어디에 둘까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과제 아이디어: 이 게이트를 DAG의 어느 task 다음에 둘지 이유와 함께.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실행 형태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run-data-quality-checks.sh; echo $?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종료코드 0/1 → 자동화에 그대로 연결.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노트북은 교육용, 스크립트는 게이트용.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배치 위치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DAG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validate_bi_metrics 다음 task로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CI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머지 전 품질 검사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WAP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write→audit→publish: 서빙 전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핵심: 검증은 '서빙 전'에 와야 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serving layer 는 왜 두는가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Part B · 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serving은 '어떻게 빠르고 신뢰성 있게 보여줄까'의 계층이다.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문제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lakehouse 파일(Paimon/Iceberg)을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매 조회마다 스캔하면 느리고 비싸다.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BI/대시보드는 빠른 응답이 필요하다.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StarRocks serving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분석 조회에 최적화된 OLAP 엔진.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external catalog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로 Paimon/Iceberg를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복사 없이 직접 조회한다.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데이터를 두 관점(realtime/batch)으로.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7D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B-1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StarRocks external catalog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external vs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StarRocks는 Paimon·Iceberg를 복사하지 않고 external catalog로 원본을 직접 조회한다.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228600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실행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./scripts/query-realtime-olap.sh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Paimon external catalog 대표 쿼리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228600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external vs internal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DB1FF"/>
                </a:solidFill>
                <a:latin typeface="Apple SD Gothic Neo"/>
                <a:ea typeface="Apple SD Gothic Neo"/>
                <a:cs typeface="Apple SD Gothic Neo"/>
              </a:rPr>
              <a:t>external: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원본 직접. 복사 지연·이중관리 없음. 성능은 원본 포맷에 묶임.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DB1FF"/>
                </a:solidFill>
                <a:latin typeface="Apple SD Gothic Neo"/>
                <a:ea typeface="Apple SD Gothic Neo"/>
                <a:cs typeface="Apple SD Gothic Neo"/>
              </a:rPr>
              <a:t>internal: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StarRocks로 복사. 빠른 serving, 적재/동기화 필요.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언제 복사/직접조회할지가 serving 설계 판단.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realtime OLAP vs batch BI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같은 데이터, 두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같은 Olist 데이터를 두 질문으로 나눠 본다.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Realtime — 지금 무슨 일이?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Paimon current-state를 빠르게 조회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query-realtime-olap-metrics.sh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total_events 16,693 · users 2,875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revenue 265,036 · 7 event types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Batch — 믿을 수 있는 기준?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Iceberg mart를 권위 있는 결과로 조회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query-bi-metrics.sh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category_daily 759 등 집계 기준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7D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B-2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지표 해석 — grain이 먼저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숫자를 해석으로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숫자가 다르면 '어느 테이블·어느 grain에서 계산됐는가'를 먼저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228600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실행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query-realtime-olap-metrics.sh  # Paimon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query-bi-metrics.sh             # Iceberg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228600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해석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Paimon current-state(realtime)와 Iceberg mart(batch)는 grain/시점이 다르다.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UXLog purchase는 '행동 이벤트' — 공식 매출로 쓰려면 주문/결제/환불 데이터가 더 필요.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7DB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B-3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Streamlit BI + metadata refresh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사례 K · 뷰 의존성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대시보드/알림도 upstream table·view 의존성을 갖는 파이프라인. 조회 계층은 원천과 별도로 검증.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2-view 대시보드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./scripts/start-streamlit-bi.sh   # :8501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탭1 Lakehouse Ops · Paimon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탭2 Daily Business · Iceberg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조회 계층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query-bi-metrics.sh        # 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ops-r6-refresh-starrocks-iceberg.sh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query-bi-metrics.sh        # 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전후 동일 = '이미 fresh'(실패 아님)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11274552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데이터/카탈로그가 정상이어도 조회 계층 metadata가 stale할 수 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native · StarRocks · BI metric을 3자 비교.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858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수업 중 토론 질문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토론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704"/>
            <a:ext cx="11274552" cy="6766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정답보다 '왜 그렇게 설계하는가'를 말로 설명해 본다.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생각해 볼 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1. realtime OLAP은 왜 빠른 조회를 위해 StarRocks 같은 serving layer를 둘까?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2. 같은 Paimon 데이터를 external catalog로 조회할 때 vs internal table로 복사할 때 차이는?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3. batch BI와 realtime BI가 같은 데이터를 다르게 보여줄 때 어떤 기준으로 해석할까?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4. UXLog의 purchase는 행동 이벤트다. 공식 매출 지표로 쓰려면 무엇이 더 필요할까?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5. 품질 게이트가 FAIL일 때, 서빙을 막아야 할까 경고만 할까? 어떤 기준으로?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품질 게이트 → serving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5413248" cy="41605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한 줄 요약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품질이 통과해야 serving 숫자를 신뢰할 수 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품질 = 규칙으로 선언(GE) + 관계/시간은 직접 계산(Spark).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serving = 같은 데이터를 realtime/batch 두 질문으로.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• 조회 계층도 별도로 검증한다(뷰 의존성).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1965960"/>
            <a:ext cx="5413248" cy="416052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사례 연결 · 과제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DB1FF"/>
                </a:solidFill>
                <a:latin typeface="Apple SD Gothic Neo"/>
                <a:ea typeface="Apple SD Gothic Neo"/>
                <a:cs typeface="Apple SD Gothic Neo"/>
              </a:rPr>
              <a:t>N 무음 드롭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A-2 실패 데모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7DB1FF"/>
                </a:solidFill>
                <a:latin typeface="Apple SD Gothic Neo"/>
                <a:ea typeface="Apple SD Gothic Neo"/>
                <a:cs typeface="Apple SD Gothic Neo"/>
              </a:rPr>
              <a:t>K 뷰 의존성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→ B-3 refresh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과제: 품질 규칙 1개 추가(PASS+FAIL) + realtime/batch 지표 grain 해석 + 리스크·개선 1개.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게이트 run-data-quality-checks.sh · 상세 quality-serving-guide.html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