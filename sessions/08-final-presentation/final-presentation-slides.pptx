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DE5 · 8차시 · 최종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12471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공통 프로젝트를 개인 포트폴리오로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1088136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"실행했습니다"가 아니라 "어떤 질문에 답하고,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어디까지 정상인지 증거로, 갭을 어떻게 개선할지."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34840"/>
            <a:ext cx="10881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새 데이터를 찾는 게 아니라, 함께 만든 Olist 파이프라인을 내 관점으로 해석·검증해 포트폴리오로 완성한다.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기반: Kafka → Flink → Paimon → Spark/Iceberg → StarRocks/BI → Airflow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오늘 2시간 흐름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2h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앞 30분은 강의, 이후는 발표. 강의는 '어떻게 발표할지'를 다룬다.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1274552" cy="475488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agenda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20:00–20:30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인트로 강의 — 좋은 포트폴리오 발표란 (이 deck)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20:30–21:40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발표 라운드 — 1인 발표 + 즉시 Q&amp;A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21:40–21:52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전체 회고 — 공통 갭/좋았던 관점 묶기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21:52–22:00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마무리 — 과정 정리, 다음 단계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발표 준비물: 슬라이드(7장 권장) + (선택)README. 형식보다 '질문→증거→개선' 흐름.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공통 기반 · 개인화 지점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413248" cy="512064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공통 기반 (모두 같음)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데이터: Olist 커머스 + 사용자 행동 이벤트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파이프라인: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Kafka → Flink → Paimon → Spark/Iceberg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   → StarRocks/BI → Airflow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7648" y="1417320"/>
            <a:ext cx="5413248" cy="512064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개인화 지점 (각자 다름)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질문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· 지표 해석 · 검증 증거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운영 리스크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· 개선 로드맵 · 나의 관점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같은 대시보드를 봐도 질문·해석·발견이 다르면 발표는 달라진다.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우리가 공통으로 완성한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이 전체를 다 설명하기보다, 내 질문이 이 흐름의 어느 지점에서 만들어졌는지 연결한다.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3602736" cy="448056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Data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Olist 주문/리뷰 +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사용자 행동 이벤트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'리뷰와 구매 행동의 관계' 시나리오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8536" y="1783080"/>
            <a:ext cx="3602736" cy="448056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0A44A"/>
                </a:solidFill>
                <a:latin typeface="Menlo"/>
                <a:ea typeface="Menlo"/>
                <a:cs typeface="Menlo"/>
              </a:rPr>
              <a:t>Pipeline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Kafka 수집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→ Flink streaming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→ Paimon L0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→ Spark/Iceberg mart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→ StarRocks/BI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783080"/>
            <a:ext cx="3602736" cy="448056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DB1FF"/>
                </a:solidFill>
                <a:latin typeface="Menlo"/>
                <a:ea typeface="Menlo"/>
                <a:cs typeface="Menlo"/>
              </a:rPr>
              <a:t>Operation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Airflow DAG · task log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로 '어디까지 정상인지'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계층별 증거로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모두 같으면 안 되는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413248" cy="512064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질문 / 지표 / 증거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질문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리뷰를 본 사용자의 구매 전환? 부정 리뷰와 이탈?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지표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어느 테이블·grain에서 나온 숫자인지 설명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증거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어느 계층에서 무엇을 봤는지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7648" y="1417320"/>
            <a:ext cx="5413248" cy="512064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리스크 / 개선 / 관점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리스크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count 불일치 · append/upsert · cache stale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개선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검증 게이트 · event bronze · refresh task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관점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내가 가장 중요하게 본 문제 한 문장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좋은 발표의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발표 = 실행 보고가 아니라, 판단과 해석을 보여주는 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1274552" cy="475488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질문 → 구조 → 증거 → 해석 → 개선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질문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왜 이걸 봤나 — 비즈니스 질문에서 출발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구조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그 답이 파이프라인 어디서 만들어지나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증거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어느 계층까지 정상인지 직접 본 것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해석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숫자를 그대로 읽지 말고 질문에 연결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개선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남은 갭과 우선순위 있는 보강 방향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'완벽한 시스템'보다 '완성한 것과 남은 갭을 구분하고 우선순위를 말하는 것'을 높게 본다.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발표 추천 구성 (7장)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PRESENTATION_TEMPLATE.md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516636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질문→구조→증거→해석→개선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1 프로젝트 한 줄 소개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무엇을 만든 프로젝트인가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2 내가 선택한 질문  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왜 이 프로젝트가 필요한가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3 전체 아키텍처    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데이터가 어디서 어디로 흐르는가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4 데이터 모델·mart 설계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count를 읽는 기준은 grain이다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5 BI 결과와 해석   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숫자가 어떤 질문에 답하는가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6 계층별 검증 증거  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어디까지 정상이라 말할 수 있는가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7 리스크와 개선 로드맵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실무형 포트폴리오의 설계 판단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B7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깊이 — 질문·아키텍처 잡기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발표는 질문에서 시작한다. 아키텍처는 내 질문의 지도일 뿐.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475488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질문 좁히기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한 문장 · 측정 가능 · 공통 데이터로 답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예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리뷰를 본 사용자가 구매로 이어지는가?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예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부정 리뷰가 많은 카테고리는 이탈이 높은가?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너무 크면 못 답하고, 너무 작으면 포트폴리오가 약하다.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475488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아키텍처 슬라이드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전체 흐름 그림 1장 +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내 질문이 답해지는 지점만 강조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모든 컴포넌트를 깊게 설명하지 않는다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'데이터가 어디서 어디로 흐르는가'만 전달.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B7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깊이 — 데이터 모델 · grain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숫자 슬라이드의 신뢰는 grain 설명에서 나온다.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475488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L0 / L1 / L2 역할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L0 Paimon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ux=append · review/order=upsert(current)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L1 Iceberg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clean / current (정제·현재상태)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L2 Iceberg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aggregate mart (일자·카테고리 집계)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475488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grain 설명법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category_daily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= 일자 × 카테고리 1행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'count를 읽기 전에 grain을 선언한다.'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같은 entity도 grain이 다르면 숫자가 다르다 — 유실 아님.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B7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깊이 — 지표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발표에서 가장 자주 약해지는 부분 — 숫자를 그대로 읽지 않기.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475488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숫자를 해석으로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나쁨: 'total_events 16,693'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FD17A"/>
                </a:solidFill>
                <a:latin typeface="Menlo"/>
                <a:ea typeface="Menlo"/>
                <a:cs typeface="Menlo"/>
              </a:rPr>
              <a:t>좋음: 'Paimon current-state 기준 행동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FD17A"/>
                </a:solidFill>
                <a:latin typeface="Menlo"/>
                <a:ea typeface="Menlo"/>
                <a:cs typeface="Menlo"/>
              </a:rPr>
              <a:t>  이벤트 16,693건, 이벤트 grain'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어느 테이블·어느 grain인지 항상 붙인다.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475488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자주 틀리는 해석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count 감소 = 유실?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아닐 수 있다(upsert/current-state).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purchase = 매출?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행동 이벤트지 공식 매출 아님.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BI 숫자 = 진실?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grain·refresh를 같이 본다.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B7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깊이 — 검증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'돌아갔다'가 아니라 '어떤 증거로 정상이라 판단했나'.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475488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계층별 (직접 본 것만)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Kafka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topic 3개 · offset · count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Flink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3 job RUNNING · checkpoint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Paimon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16,693 / 1,971 / 2,000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Iceberg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mart 7개 · category_daily 759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4754880"/>
          </a:xfrm>
          <a:prstGeom prst="roundRect">
            <a:avLst/>
          </a:prstGeom>
          <a:solidFill>
            <a:srgbClr val="16321F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FD17A"/>
                </a:solidFill>
                <a:latin typeface="Menlo"/>
                <a:ea typeface="Menlo"/>
                <a:cs typeface="Menlo"/>
              </a:rPr>
              <a:t>품질·serving·운영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FD17A"/>
                </a:solidFill>
                <a:latin typeface="Apple SD Gothic Neo"/>
                <a:ea typeface="Apple SD Gothic Neo"/>
                <a:cs typeface="Apple SD Gothic Neo"/>
              </a:rPr>
              <a:t>품질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run-data-quality-checks.sh PASS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FD17A"/>
                </a:solidFill>
                <a:latin typeface="Apple SD Gothic Neo"/>
                <a:ea typeface="Apple SD Gothic Neo"/>
                <a:cs typeface="Apple SD Gothic Neo"/>
              </a:rPr>
              <a:t>StarRocks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external catalog = mart 일치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FD17A"/>
                </a:solidFill>
                <a:latin typeface="Apple SD Gothic Neo"/>
                <a:ea typeface="Apple SD Gothic Neo"/>
                <a:cs typeface="Apple SD Gothic Neo"/>
              </a:rPr>
              <a:t>Airflow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DAG success · 어느 task까지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수집 명령: EVIDENCE_CARD.md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B7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깊이 — 리스크 · 개선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갭은 감점이 아니라 설계 포인트. 우선순위 있게 말한다.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1274552" cy="475488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현재 → 보강 방향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검증 게이트 위치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build 후 검증 위주  →  staging → validate → publish (WAP)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이벤트 이력   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review/order는 current-state  →  append bronze로 이력 보존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검증 방식     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고정 count 기반  →  distinct id · freshness · 불변식 검증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StarRocks refresh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cache stale 가능  →  DAG에 refresh task 명시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sentiment 시간축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전 기간 누적  →  as_of_date/snapshot 기준 집계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'이것도 안 됐습니다'가 아니라 'MVP는 여기까지, 운영형으로는 이 순서로 보강합니다.'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B7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워크드 예시 ① — 구매 전환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모델 케이스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같은 공통 프로젝트도 '질문 하나'로 이렇게 한 편의 포트폴리오가 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1274552" cy="475488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'리뷰를 본 사용자의 구매 전환'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1 소개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Olist 행동/리뷰/주문 lakehouse + OLAP 파이프라인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2 질문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리뷰를 본(review_impression/expand) 사용자가 구매로 이어지는가?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3 구조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공통 아키텍처 — 답은 funnel_daily / category_daily에서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4 모델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funnel_daily(일자 퍼널) · category_daily(일자×카테고리)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5 해석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review_impression 3,103 → purchase 2,220, 카테고리별 전환 비교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6 증거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Paimon 16,693 · 퍼널 단조성(violations=0) · 품질 PASS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7 리스크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상관 ≠ 인과(세션 조인 필요) · 개선: 세션 단위 전환 mart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B7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워크드 예시 ② — 부정 리뷰 · 이탈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모델 케이스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질문이 다르면 같은 데이터에서 다른 포트폴리오가 나온다.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1274552" cy="475488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'부정 리뷰가 많은 카테고리는 이탈이 높은가'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1 소개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같은 lakehouse, 다른 질문 — 리뷰 감성 × 카테고리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2 질문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부정 리뷰 비중이 높은 카테고리는 구매/재방문이 낮은가?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3 구조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답은 review_sentiment_by_category + category_daily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4 모델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review_sentiment_by_category(카테고리×감성) · category_daily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5 해석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negative 비중 vs purchase_count 카테고리별 비교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6 증거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review_sentiment 120행 · avg_rating 1~5 · 품질 PASS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7 리스크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'이탈' 정의 부재 → 재방문/세션 데이터 필요 (개선 1순위)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하면 좋은 것 · 피해야 할 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5413248" cy="5120640"/>
          </a:xfrm>
          <a:prstGeom prst="roundRect">
            <a:avLst/>
          </a:prstGeom>
          <a:solidFill>
            <a:srgbClr val="16321F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FD17A"/>
                </a:solidFill>
                <a:latin typeface="Menlo"/>
                <a:ea typeface="Menlo"/>
                <a:cs typeface="Menlo"/>
              </a:rPr>
              <a:t>하면 좋은 것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• 첫머리에 내 질문을 명확히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• BI 캡처에 '어느 mart 지표'인지 설명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• 계층별 증거를 한 장으로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• count는 append/upsert 관점으로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• 갭을 우선순위 있는 로드맵으로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27648" y="1417320"/>
            <a:ext cx="5413248" cy="5120640"/>
          </a:xfrm>
          <a:prstGeom prst="roundRect">
            <a:avLst/>
          </a:prstGeom>
          <a:solidFill>
            <a:srgbClr val="33191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피해야 할 것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• 명령 캡처만 나열, 해석 없음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• 파이프라인 암송 순서대로만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• 지표 다 보여주다 질문이 흐려짐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• 남은 갭을 실패처럼 숨기기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• 새 데이터셋으로 급하게 별도 프로젝트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발표 · Q&amp;A 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질문은 공격이 아니라 발표를 한 단계 끌어올리는 기회.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83080"/>
            <a:ext cx="5413248" cy="475488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발표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• 시작에 '오늘 한 문장'을 먼저 말한다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• 7분이면 7장 — 1장 1메시지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• 증거·리스크 슬라이드는 반드시 다룬다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7648" y="1783080"/>
            <a:ext cx="5413248" cy="475488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Q&amp;A 대비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"그 숫자 어느 grain?"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→ 테이블·grain 답 준비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"어디까지 검증?"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→ 계층별 증거로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"다음 개선은?"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→ 1순위만 또렷이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B7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평가 루브릭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정답을 맞히는 과제가 아니다. '완성한 것과 남은 갭을 구분'을 높게 본다.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1274552" cy="475488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약함 → 좋음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질문  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기능 나열  →  명확한 비즈니스 질문에서 출발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지표 해석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대시보드 캡처만  →  어느 mart·grain인지 설명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검증 증거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'돌아갔습니다'  →  계층별 증거로 '어디까지 정상'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리스크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갭을 숨김  →  우선순위 있는 개선으로 표현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메시지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파이프라인 암송  →  내 관점이 한 문장으로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준비 / 제출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준비 흐름 &amp; 제출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65960"/>
            <a:ext cx="5413248" cy="416052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준비 흐름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1. guide 정독 → 내 질문 1개 선택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2. EVIDENCE_CARD.md로 증거 수집·캡처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3. PRESENTATION_TEMPLATE.md 7장 채우기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4. ASSIGNMENT.md 루브릭으로 자가 점검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7648" y="1965960"/>
            <a:ext cx="5413248" cy="416052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그동안 과제가 곧 재료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6차시 인시던트 노트 → 증거·리스크 슬라이드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7차시 품질 규칙 + serving 해석 → 해석·증거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새로 만들기보다 쌓아온 것을 묶는다.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상세 final-presentation-guide.html · 제출 Discord 8차시 스레드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