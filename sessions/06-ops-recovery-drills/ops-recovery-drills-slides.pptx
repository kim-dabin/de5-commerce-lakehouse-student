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DE5 · 6차시 · 운영 장애 대응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장애 대응 / 복구 드릴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"어디까지 정상이고,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어디부터 의심해야 하는지 — 증거로 말한다."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리듬:  주입 → 증상 관찰 → 원인 가설 → 복구 → 증거 캡처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위치 sessions/05-project-mvp  ·  broker 2대  ·  count 16,693 / 1,971 / 2,000  ·  mart category_daily=759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기준 상태 (Baseline)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수업 시작 전 아래 상태를 맞추고 '지금 정상'을 증거로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475488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셋업 (sessions/05-project-mvp)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docker compose -f docker-compose.lite.yml up -d --build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./scripts/reset-olist-kafka-topics.sh   # RF=2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./scripts/reset-olist-paimon.sh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./scripts/run-flink-olist-paimon-streaming.sh all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./scripts/produce-olist-{ux,review,order}-*.sh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./scripts/start-airflow.sh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./scripts/trigger-airflow-pipeline.sh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./scripts/ops-baseline-evidence.sh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475488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정상 기준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Kafka     broker 2대, 토픽 RF=2 / Isr 1,2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Flink     3잡 RUNNING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Paimon    16,693 / 1,971 / 2,000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Iceberg   category_daily = 759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StarRocks category_daily = 759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Airflow   DAG run success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UI: Airflow 8080 · BI 8501 · Flink 8081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TaskManager 장애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checkpoint 복구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디스크/리소스 압박 → kubelet이 TaskManager evict → slot 상실. 로컬은 TaskManager 중지로 그 효과만 재현.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2331720"/>
          </a:xfrm>
          <a:prstGeom prst="roundRect">
            <a:avLst/>
          </a:prstGeom>
          <a:solidFill>
            <a:srgbClr val="33191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주입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./scripts/ops-r1-stop-taskmanager.sh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실행 잡 3 → 0 (slot 없음)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2331720"/>
          </a:xfrm>
          <a:prstGeom prst="roundRect">
            <a:avLst/>
          </a:prstGeom>
          <a:solidFill>
            <a:srgbClr val="172339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B1FF"/>
                </a:solidFill>
                <a:latin typeface="Menlo"/>
                <a:ea typeface="Menlo"/>
                <a:cs typeface="Menlo"/>
              </a:rPr>
              <a:t>관찰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./scripts/ops-flink-list-jobs.sh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./scripts/ops-kafka-topic-offsets.sh ux-events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RUNNING 0, offset 동향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24528"/>
            <a:ext cx="5413248" cy="233172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복구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./scripts/ops-r1-start-taskmanager.sh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D17A"/>
                </a:solidFill>
                <a:latin typeface="Menlo"/>
                <a:ea typeface="Menlo"/>
                <a:cs typeface="Menlo"/>
              </a:rPr>
              <a:t>~15초 내 3잡 자동 복구 (checkpoint)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4224528"/>
            <a:ext cx="5413248" cy="233172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RUNNING 상태만으로 정상 아님. TM·job·checkpoint·count 교차검증.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⚠ restart 3회 제한 → TM은 1~2분 내로. 오래 두면 FAILED→재제출.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savepoint 재배포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KEEP vs DISCARD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복구는 '다시 실행'이 아니라 '어느 상태에서 이어갈지'를 명시하는 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2331720"/>
          </a:xfrm>
          <a:prstGeom prst="roundRect">
            <a:avLst/>
          </a:prstGeom>
          <a:solidFill>
            <a:srgbClr val="33191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주입 (savepoint 정지)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ops-r2-stop-with-savepoint.sh ingest-ux-events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savepoint 생성+cancel → 3→2잡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233172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복구 — KEEP (핸즈온)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ops-r2-restore-job-from-savepoint.sh ingest-ux-events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D17A"/>
                </a:solidFill>
                <a:latin typeface="Menlo"/>
                <a:ea typeface="Menlo"/>
                <a:cs typeface="Menlo"/>
              </a:rPr>
              <a:t>savepoint에서 이어받기 → 3잡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24528"/>
            <a:ext cx="5413248" cy="2331720"/>
          </a:xfrm>
          <a:prstGeom prst="roundRect">
            <a:avLst/>
          </a:prstGeom>
          <a:solidFill>
            <a:srgbClr val="172339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B1FF"/>
                </a:solidFill>
                <a:latin typeface="Menlo"/>
                <a:ea typeface="Menlo"/>
                <a:cs typeface="Menlo"/>
              </a:rPr>
              <a:t>멘토 시연 — DISCARD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ops-r2-restore-bad-savepoint-demo.sh ingest-ux-events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깨진 savepoint → 복구 실패 재현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4224528"/>
            <a:ext cx="5413248" cy="233172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이어받을 state가 깨졌으면 resume은 복구가 아니라 같은 실패의 반복. → stateless 재기동 + 원천 재처리.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R3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Kafka 토픽 내구성 설정 오류 · ISR 데모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acks=all 쓰기 실패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실제 사고는 설정값 오입력(retention 등을 min.insync.replicas에 잘못 넣음)에서 착안 — 그 원리를 broker-down으로 재현. acks=all producer는 ISR ≥ min.insync.replicas여야 ack. ISR이 줄면 쓰기 거부. 읽기는 정상, 쓰기만 막힘.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2331720"/>
          </a:xfrm>
          <a:prstGeom prst="roundRect">
            <a:avLst/>
          </a:prstGeom>
          <a:solidFill>
            <a:srgbClr val="33191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주입 (kafka2 정지)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./scripts/ops-r3-break-kafka-isr.sh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produce-olist-ux-events.sh --max-events 200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Isr 2 →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2331720"/>
          </a:xfrm>
          <a:prstGeom prst="roundRect">
            <a:avLst/>
          </a:prstGeom>
          <a:solidFill>
            <a:srgbClr val="172339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B1FF"/>
                </a:solidFill>
                <a:latin typeface="Menlo"/>
                <a:ea typeface="Menlo"/>
                <a:cs typeface="Menlo"/>
              </a:rPr>
              <a:t>관찰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producer failed: 200 delivery failure(s)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NotEnoughReplicas · offset 안 늘어남 = 입력 막힘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24528"/>
            <a:ext cx="5413248" cy="233172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복구 (kafka2 재기동)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./scripts/ops-r3-fix-kafka-isr.sh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D17A"/>
                </a:solidFill>
                <a:latin typeface="Menlo"/>
                <a:ea typeface="Menlo"/>
                <a:cs typeface="Menlo"/>
              </a:rPr>
              <a:t>Isr 1→2, produce 성공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4224528"/>
            <a:ext cx="5413248" cy="233172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producer 실패 = 코드 버그가 아니라 topic 내구성 설정 + broker 가용성일 수 있다.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⚠ 단일 broker(RF=1)면 재현 안 됨 → kafka2 필수.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R4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잘못된 payload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strict CAST 실패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schemaless source의 타입 깨짐. price="BROKEN_PRICE" 이벤트를 넣고 Flink 반응 관찰.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2331720"/>
          </a:xfrm>
          <a:prstGeom prst="roundRect">
            <a:avLst/>
          </a:prstGeom>
          <a:solidFill>
            <a:srgbClr val="33191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주입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./scripts/ops-r4-produce-bad-ux-event.sh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2331720"/>
          </a:xfrm>
          <a:prstGeom prst="roundRect">
            <a:avLst/>
          </a:prstGeom>
          <a:solidFill>
            <a:srgbClr val="172339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B1FF"/>
                </a:solidFill>
                <a:latin typeface="Menlo"/>
                <a:ea typeface="Menlo"/>
                <a:cs typeface="Menlo"/>
              </a:rPr>
              <a:t>관찰 (reset 전에 본다)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docker compose logs --tail=120 flink-taskmanager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NumberFormatException: 'BROKEN_PRICE'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ux job 실패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24528"/>
            <a:ext cx="5413248" cy="233172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복구 (clean reset)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reset topics → reset paimon → run-flink all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→ produce ... → trigger DAG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D17A"/>
                </a:solidFill>
                <a:latin typeface="Menlo"/>
                <a:ea typeface="Menlo"/>
                <a:cs typeface="Menlo"/>
              </a:rPr>
              <a:t>16,693 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4224528"/>
            <a:ext cx="5413248" cy="233172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Kafka 메시지는 불변. 증거 = raw payload + Flink log. 운영형 fix는 전체 리셋이 아니라 quarantine / tolerant parsing.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⚠ 복구가 가장 무거움(~3분).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R5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Iceberg mart empty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DAG 초록 ≠ BI 정상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DAG는 success인데 BI가 읽는 mart가 비어 BI 장애. drop이 아니라 row만 비운다.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2331720"/>
          </a:xfrm>
          <a:prstGeom prst="roundRect">
            <a:avLst/>
          </a:prstGeom>
          <a:solidFill>
            <a:srgbClr val="33191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주입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./scripts/ops-r5-empty-iceberg-mart.sh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category_daily 759 → 0, DAG run은 여전히 success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2331720"/>
          </a:xfrm>
          <a:prstGeom prst="roundRect">
            <a:avLst/>
          </a:prstGeom>
          <a:solidFill>
            <a:srgbClr val="172339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DB1FF"/>
                </a:solidFill>
                <a:latin typeface="Menlo"/>
                <a:ea typeface="Menlo"/>
                <a:cs typeface="Menlo"/>
              </a:rPr>
              <a:t>복구 기준점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./scripts/ops-r5-find-iceberg-recovery-point.sh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RECOVERY_POINT_CANDIDATE snapshot_id=… (759)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24528"/>
            <a:ext cx="5413248" cy="233172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복구 A — rebuild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./scripts/trigger-airflow-pipeline.sh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D17A"/>
                </a:solidFill>
                <a:latin typeface="Menlo"/>
                <a:ea typeface="Menlo"/>
                <a:cs typeface="Menlo"/>
              </a:rPr>
              <a:t>원천에서 재derive → 759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7648" y="4224528"/>
            <a:ext cx="5413248" cy="233172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Flink/Paimon 정상 + DAG 초록이어도 mart 비면 BI 실패.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⚠ Streamlit 'Analytics Table' 패널은 KeyError 크래시 → 증거는 SQL 0 출력으로.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B7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R5b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snapshot rollback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확장 · rebuild vs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R5의 두 번째 복구. 원천 재생성 대신 Iceberg snapshot 포인터를 직전 정상으로 즉시 되돌린다.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228600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복구 B — rollback (즉시)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ops-r5b-rollback-iceberg-mart.sh &lt;snapshot_id&gt;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./scripts/query-bi-metrics.sh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D17A"/>
                </a:solidFill>
                <a:latin typeface="Menlo"/>
                <a:ea typeface="Menlo"/>
                <a:cs typeface="Menlo"/>
              </a:rPr>
              <a:t>0 → 759 즉시 (Spark·StarRocks)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11274552" cy="228600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포인트 — 두 복구의 트레이드오프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rebuild (R5·Airflow):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원천에서 재derive. 권위 있는 정답, 느림, 원천 정상 필요.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6C5B5"/>
                </a:solidFill>
                <a:latin typeface="Apple SD Gothic Neo"/>
                <a:ea typeface="Apple SD Gothic Neo"/>
                <a:cs typeface="Apple SD Gothic Neo"/>
              </a:rPr>
              <a:t>rollback (R5b): </a:t>
            </a: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포인터만 과거로. 즉시, 단 그 snapshot 이후 commit 전부 폐기 → '그래도 되는 상황'에서만.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find-recovery-point = '어느 snapshot까지 정상인가' 확정 → rollback = 그 다음 결정·실행.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36C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R6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StarRocks metadata refresh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조회 계층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원천은 정상인데 조회 계층이 최신을 못 보는 경우. 독립 파괴가 아니라 serving 계층 검증 라운드.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228600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관찰 / 복구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./scripts/query-bi-metrics.sh            # 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./scripts/ops-r6-refresh-starrocks-iceberg.sh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./scripts/query-bi-metrics.sh            # 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11274552" cy="228600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이 스택은 조회 시 catalog를 재생성해 거의 항상 fresh.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refresh 전후 숫자가 같으면 정상('이미 fresh'). 실패가 아니라, '조회 계층은 원천과 별도로 확인'이 교훈. native·StarRocks·BI 3자 비교.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B79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R7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small file &amp; 컴팩션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스트리밍/빈번 commit이 작은 파일 양산 → read amplification. 정기 컴팩션이 운영 유지보수. (별도 opsdemo 테이블, baseline 무관)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5413248" cy="2331720"/>
          </a:xfrm>
          <a:prstGeom prst="roundRect">
            <a:avLst/>
          </a:prstGeom>
          <a:solidFill>
            <a:srgbClr val="33191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주입 (small commit 다수)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./scripts/ops-r7-make-small-files.sh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행 20개 = 데이터 파일 20개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27648" y="1783080"/>
            <a:ext cx="5413248" cy="2331720"/>
          </a:xfrm>
          <a:prstGeom prst="roundRect">
            <a:avLst/>
          </a:prstGeom>
          <a:solidFill>
            <a:srgbClr val="16321F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FD17A"/>
                </a:solidFill>
                <a:latin typeface="Menlo"/>
                <a:ea typeface="Menlo"/>
                <a:cs typeface="Menlo"/>
              </a:rPr>
              <a:t>복구 (컴팩션)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./scripts/ops-r7-compact-small-files.sh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./scripts/ops-r7-reset-small-files.sh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5FD17A"/>
                </a:solidFill>
                <a:latin typeface="Menlo"/>
                <a:ea typeface="Menlo"/>
                <a:cs typeface="Menlo"/>
              </a:rPr>
              <a:t>파일 20 → 1, 행 수는 그대로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24528"/>
            <a:ext cx="11274552" cy="233172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작은 파일이 많다 = 데이터가 틀렸다가 아니라 읽기 비용이 샌다. rewrite_data_files는 정답을 안 바꾸고 비용만 줄이는 정기 유지보수.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1051560" cy="566928"/>
          </a:xfrm>
          <a:prstGeom prst="roundRect">
            <a:avLst/>
          </a:prstGeom>
          <a:solidFill>
            <a:srgbClr val="F0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6121F"/>
                </a:solidFill>
                <a:latin typeface="Menlo"/>
                <a:ea typeface="Menlo"/>
                <a:cs typeface="Menlo"/>
              </a:rPr>
              <a:t>R8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365760"/>
            <a:ext cx="10058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Spark driver OOM</a:t>
            </a:r>
            <a:r>
              <a:rPr sz="1200" b="0">
                <a:solidFill>
                  <a:srgbClr val="9FB0C4"/>
                </a:solidFill>
                <a:latin typeface="Menlo"/>
                <a:ea typeface="Menlo"/>
                <a:cs typeface="Menlo"/>
              </a:rPr>
              <a:t>   멘토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collect 과다·스큐로 driver heap OOM. 데이터 손상이 아니라 컴퓨트 자원 장애.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83080"/>
            <a:ext cx="11274552" cy="2286000"/>
          </a:xfrm>
          <a:prstGeom prst="roundRect">
            <a:avLst/>
          </a:prstGeom>
          <a:solidFill>
            <a:srgbClr val="33191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시연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./scripts/ops-r8-spark-driver-oom-demo.sh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--driver-memory 512m + 큰 collect()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8A78"/>
                </a:solidFill>
                <a:latin typeface="Menlo"/>
                <a:ea typeface="Menlo"/>
                <a:cs typeface="Menlo"/>
              </a:rPr>
              <a:t>java.lang.OutOfMemoryError: Java heap 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06240"/>
            <a:ext cx="11274552" cy="228600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복구의 시작은 '메모리 늘리자'가 아니라 '왜 그렇게 많이 필요했나'. collect 회피 / 집계·limit / 스큐 점검.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0A44A"/>
                </a:solidFill>
                <a:latin typeface="Apple SD Gothic Neo"/>
                <a:ea typeface="Apple SD Gothic Neo"/>
                <a:cs typeface="Apple SD Gothic Neo"/>
              </a:rPr>
              <a:t>⚠ 무제한 컨테이너 + 공유 16GB → 캡 없는 OOM(특히 Flink TM)은 주입 금지. driver-memory 캡 시연만.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증거로 남기기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5413248" cy="4206240"/>
          </a:xfrm>
          <a:prstGeom prst="roundRect">
            <a:avLst/>
          </a:prstGeom>
          <a:solidFill>
            <a:srgbClr val="13302D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6C5B5"/>
                </a:solidFill>
                <a:latin typeface="Menlo"/>
                <a:ea typeface="Menlo"/>
                <a:cs typeface="Menlo"/>
              </a:rPr>
              <a:t>인시던트 노트 (라운드마다)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장애: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관찰한 증상: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확인한 증거: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복구 명령/결과: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# R5만 추가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CFE0F0"/>
                </a:solidFill>
                <a:latin typeface="Menlo"/>
                <a:ea typeface="Menlo"/>
                <a:cs typeface="Menlo"/>
              </a:rPr>
              <a:t>복구 기준점 후보 snapshot_id: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7648" y="2011680"/>
            <a:ext cx="5413248" cy="4206240"/>
          </a:xfrm>
          <a:prstGeom prst="roundRect">
            <a:avLst/>
          </a:prstGeom>
          <a:solidFill>
            <a:srgbClr val="16233A"/>
          </a:solidFill>
          <a:ln w="9525">
            <a:solidFill>
              <a:srgbClr val="2B3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09728" bIns="9144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EF3F8"/>
                </a:solidFill>
                <a:latin typeface="Menlo"/>
                <a:ea typeface="Menlo"/>
                <a:cs typeface="Menlo"/>
              </a:rPr>
              <a:t>발표에서 말할 것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1. 어떤 장애/리스크를 봤는가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2. 어느 계층까지 정상이라 확인했는가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3. 어떤 증거로 원인을 좁혔는가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4. 어떻게 복구하고 무엇을 다시 확인했는가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EEF3F8"/>
                </a:solidFill>
                <a:latin typeface="Apple SD Gothic Neo"/>
                <a:ea typeface="Apple SD Gothic Neo"/>
                <a:cs typeface="Apple SD Gothic Neo"/>
              </a:rPr>
              <a:t>5. 다음에 어떤 개선으로 줄일 것인가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FB0C4"/>
                </a:solidFill>
                <a:latin typeface="Apple SD Gothic Neo"/>
                <a:ea typeface="Apple SD Gothic Neo"/>
                <a:cs typeface="Apple SD Gothic Neo"/>
              </a:rPr>
              <a:t>실패 로그도 정상 산출물. 막히면 명령어·에러를 남긴다.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